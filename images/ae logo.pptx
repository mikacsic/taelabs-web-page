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14DF40-2CA3-BD18-1C9C-AD13F8C52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1AE2FB5-D501-FCAB-EC47-D3EA6914C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754CDF-7FF8-A149-3A22-B4A0EBA9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EF1BF9-1950-E41F-8187-AB5ABEF7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9473C66-E30E-8809-6F65-E7A009E6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0890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EFFA8C-D2FF-5458-8DB3-2FD4CB426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DE9E7-16A7-CBBD-F62A-CF4D09E2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5B8DA8-23CA-5DBA-4786-286FB602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A29FBB-5C90-ADBB-BBF6-A4D749717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EDBE13-7DFA-1122-0A49-E6FF9E2A8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739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E73B33-D986-C47F-5F37-D65F80E55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772F41-BE8A-08C0-DA0A-66170F12C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24542A8-8D3F-5680-59D5-D4C4F324A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54B30A-FF6B-265A-13A6-F59102F0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652A857-E055-4F63-773C-9B414268A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366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C395E0-555E-8805-B3B8-B0575515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9D70AD-FB1E-6367-853A-D6B772549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225AB7E-22FB-AC77-649F-8343A71202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161A1E4-E41D-7127-3B37-9E70AB2AF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E3CBEED-057E-5D01-D76E-153811DF9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6489C18-0FEA-009D-D3B8-650D6D18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459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ADB539-957D-CE00-2656-1C9B55711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7D3651B-F0DF-3889-DA00-7878B9B3E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A17CE8E-BCFA-11E8-4755-1DE9AF121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7F491DB-FE14-0BB5-B4FC-3CA25C076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19214F3-E640-9104-9409-292047436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5B8541C-60FD-50E9-F2F7-71EC1B2F3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782C771-1F66-6FC7-6F76-40178A06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ED6EADE-ABDA-4828-59A4-07A31F27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905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709997-15FD-BDFD-8947-17A30F8F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9DF94E3-A5C9-F3A0-09D5-60094E67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D1241BB-C22E-268F-9ECD-83DE5879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B7A5E39-6930-712D-917C-5B406C81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9644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8EA5B7C-27CC-06BE-29DC-159F3F3D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D34074A-C676-BA06-3937-3A5503CC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E0B324C-AF1D-9A9A-5E44-844394D46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599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CA1B24-9098-279E-D36B-63AA6D14E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A4F3FF4-4257-9BF3-8182-874A0005B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0BAFDA-E01B-052F-E240-3DFF3E058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7E6A985-B870-D45B-4533-EA757FCFC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E702AC-8D4A-8581-AFAC-62AE44A28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B67D9F-050D-B8D8-6557-ADFE1CB56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33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C1A85B-BA9A-B2CE-8B2E-4FE5C375C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D8B12A8-647D-2A7F-7B7C-744CA32F24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4540B3F-B40C-2612-E4EC-56753AEC4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96438B-5310-6DB3-B60D-4FB42883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26D7F4E-0AE5-C019-A2EA-02352A2E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2B17882-6DD6-DF0C-05D4-1794A268B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9602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7539AA-8FD7-6377-D61C-F313BB015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F6F9807-E21E-8A64-AB77-47FD683AB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090387-90AD-9FB9-FAD1-4F3AB09F6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24E21-63CB-6901-3E8B-4B4DA026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57F514-8759-143B-F34F-8644A579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006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EE3E387-F8F8-84BA-C0F7-3B441793B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28AC6F2-A09F-B476-8B59-9B4E57D056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C1402E-F364-AA81-CBC0-248AC57B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4616F4-A2D5-873A-B08B-E9299352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08C30A-018F-E8CE-179A-9C08B249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313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2A3DC7A-722B-F5D8-56A8-85689869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9E67AB4-7D7D-E46D-7DCC-68A1CAA28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FD3029-4BA7-4A1C-DCC7-A2130DDF1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FE4D9-67DD-4973-B2A8-A83C49764F85}" type="datetimeFigureOut">
              <a:rPr lang="it-IT" smtClean="0"/>
              <a:t>31/03/2026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42FD7B-09B8-7EA8-042D-7058A6895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B9E921-E2B5-FDE6-F6FF-433BA3703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6AA9DB-D505-4F62-86E0-75B336CB26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55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mikitasan\ownCloud\CCHS CSIC\TAELabs\Logos\Logo European Agroecology Partnership - transparent.png">
            <a:extLst>
              <a:ext uri="{FF2B5EF4-FFF2-40B4-BE49-F238E27FC236}">
                <a16:creationId xmlns:a16="http://schemas.microsoft.com/office/drawing/2014/main" id="{520DAE19-4777-61E8-0CEB-23EFFEEAC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88024" y="836712"/>
            <a:ext cx="1979440" cy="11070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19504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Utente1</dc:creator>
  <cp:lastModifiedBy>Utente1</cp:lastModifiedBy>
  <cp:revision>1</cp:revision>
  <dcterms:created xsi:type="dcterms:W3CDTF">2026-03-31T11:07:30Z</dcterms:created>
  <dcterms:modified xsi:type="dcterms:W3CDTF">2026-03-31T11:07:44Z</dcterms:modified>
</cp:coreProperties>
</file>