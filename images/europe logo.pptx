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B2980B-66A8-86E0-671D-C98830476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69F971F-FE5B-A6AC-4D45-5AE6F7856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0579BC-5B39-1F45-8DA1-F712F808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F8A77C-2C03-35C9-0115-EA70EBB2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AB0DEE-9B7A-2822-70C8-B34AA5D4E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055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FA2447-521B-185E-2FF3-E76FB3D7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25B759-2BFA-23AB-9857-04486A95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0F7CA4-9CFD-253A-4BA2-FBB28F82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EF5AF6-761D-D18C-686E-E4803C0A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B96D0D-9695-5E41-9999-8E0CFCB3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834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768DB1-0683-6AB2-89E0-C39AFCE9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3106EA-D9FB-F162-651F-D1AD518E1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228D94-C91F-429B-F931-CEA37A8D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407349-0CA9-2987-B3E1-3743175D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131CB3-EACC-4246-D15F-FDB8DE94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12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C65FA-57FA-6FB5-7172-D0C96FB4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2C147A-CAC9-3878-1296-2BA6359B1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F9C4E73-927E-DC84-B164-621DCD435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38AA669-FC26-C8E6-BECD-238CE474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3AF210-36EE-28FD-6380-651FCB90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57721A-2208-D0E5-BD2A-31828D38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955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20B8A-AB41-9B5B-0EA4-9AC81B60C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6FCD1E-6761-3257-91E2-B62ADE601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C6B714E-3085-792F-AE9A-FD93A1434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EEC7899-4837-97E7-E598-5F4C9F4C7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57CFF4F-EC6F-39D0-ACAF-F0FA660B0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390BBEB-0C10-9D9C-8FAA-A6F7FAB1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8C0A75D-F1FD-8F3C-291C-66CE2139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C07B7C3-FFCF-3905-76C7-B059F41E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646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83B84C-AA50-1D2B-98A1-7FA2AF9A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784B21B-9DFD-00FE-CDFA-2860CBE2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0C8FB7C-678B-7AC0-A5EF-09D20159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E298B20-4A42-EEC9-F36E-78800893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30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727A486-B064-86D8-F081-36DB4301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4341CB7-2212-5A5D-C5C7-19F5670A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A4A937-CC28-E243-E839-A44AE0D4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572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04B9D6-B84D-13F1-A9B1-E444985C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6A16A4-D75E-DC0E-DA9E-091157342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58EA0ED-8B50-A104-403B-553ED1BDE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5D5B2CD-7514-F449-7C97-6D5EB2A8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2A8C12-A9DA-F0D4-75CB-2ADC5F77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645A27C-8471-552E-4E0C-7623C549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978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0EDECA-1223-0002-08CB-643BF7B6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5CB85FA-EE80-BFD5-81AB-8BD3747FE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BC84C85-3ACF-B339-6DF6-820145018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D7D244-6C73-2228-5938-1564B6A5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1983F7E-6DE3-4DF1-26DE-99BE645E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8419EAE-D185-5F7E-0F96-073D3576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84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D1FCB3-5FDB-28EB-E680-3ED61238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7A58C8C-AB11-4C54-6A20-4F93EF942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3E288D-36EB-0946-C2BB-C4372088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370405-7981-77A0-5D6C-A3743136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56F1C4-C357-F076-41CE-667D1386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28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C8D99FC-4763-10BB-900B-A9851463D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E522E88-AF68-5A58-ECAB-CC67BF8AF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07DD39-D1D5-0162-B175-45147F54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E8A8DB-7A45-E090-A3AF-4B31BBBE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4847CA-D346-AE96-429C-0CDDE0FB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36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93D62E9-AFFF-6CAA-0E83-7915CFA2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C1686DF-A3CC-D63F-686A-7175E80DF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DB71B2-EDB1-C841-0D31-B1E378106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698FC-EE63-4187-9A15-127E822FC252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C73BC7-5ACE-31CA-C4F4-96C8567AA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333473-AAA8-0F4D-DEB0-ACBD53FCE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AD516-48DE-400C-BC68-BE40C0F276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104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>
            <a:extLst>
              <a:ext uri="{FF2B5EF4-FFF2-40B4-BE49-F238E27FC236}">
                <a16:creationId xmlns:a16="http://schemas.microsoft.com/office/drawing/2014/main" id="{C02D327D-F1CD-4338-D853-F5F01032E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5373216"/>
            <a:ext cx="2917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974118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Utente1</dc:creator>
  <cp:lastModifiedBy>Utente1</cp:lastModifiedBy>
  <cp:revision>1</cp:revision>
  <dcterms:created xsi:type="dcterms:W3CDTF">2026-03-31T11:10:28Z</dcterms:created>
  <dcterms:modified xsi:type="dcterms:W3CDTF">2026-03-31T11:10:38Z</dcterms:modified>
</cp:coreProperties>
</file>